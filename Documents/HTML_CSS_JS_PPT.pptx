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aleway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575c45896_4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575c45896_4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575c45896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575c4589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575c45896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575c45896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575c45896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575c45896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575c45896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575c45896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575c45896_4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575c45896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311700" y="2364050"/>
            <a:ext cx="8520600" cy="18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Scramblox: A Web-Based Word Scramble Game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32">
                <a:solidFill>
                  <a:schemeClr val="lt1"/>
                </a:solidFill>
              </a:rPr>
              <a:t>B</a:t>
            </a:r>
            <a:r>
              <a:rPr b="1" lang="en-GB" sz="1032">
                <a:solidFill>
                  <a:schemeClr val="lt1"/>
                </a:solidFill>
              </a:rPr>
              <a:t>y- Shubh Saraswat</a:t>
            </a:r>
            <a:endParaRPr b="1" sz="1032">
              <a:solidFill>
                <a:schemeClr val="lt1"/>
              </a:solidFill>
            </a:endParaRPr>
          </a:p>
        </p:txBody>
      </p:sp>
      <p:pic>
        <p:nvPicPr>
          <p:cNvPr id="132" name="Google Shape;132;p2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81B50"/>
                </a:solidFill>
              </a:rPr>
              <a:t>Problem Statement-104</a:t>
            </a:r>
            <a:endParaRPr>
              <a:solidFill>
                <a:srgbClr val="A81B50"/>
              </a:solidFill>
            </a:endParaRPr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25" y="1152475"/>
            <a:ext cx="8520600" cy="35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●"/>
            </a:pPr>
            <a:r>
              <a:rPr lang="en-GB" sz="2000">
                <a:solidFill>
                  <a:srgbClr val="000000"/>
                </a:solidFill>
              </a:rPr>
              <a:t>Many word games focus mainly on entertainment and do not effectively help users improve their vocabulary or thinking skills.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Users often lack engaging platforms that combine </a:t>
            </a:r>
            <a:r>
              <a:rPr b="1" lang="en-GB" sz="2000">
                <a:solidFill>
                  <a:srgbClr val="000000"/>
                </a:solidFill>
                <a:highlight>
                  <a:schemeClr val="lt1"/>
                </a:highlight>
              </a:rPr>
              <a:t>learning with interactive gameplay</a:t>
            </a:r>
            <a:r>
              <a:rPr lang="en-GB" sz="2000">
                <a:solidFill>
                  <a:srgbClr val="000000"/>
                </a:solidFill>
                <a:highlight>
                  <a:schemeClr val="lt1"/>
                </a:highlight>
              </a:rPr>
              <a:t>.</a:t>
            </a:r>
            <a:endParaRPr sz="2000">
              <a:solidFill>
                <a:srgbClr val="000000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Therefore, there is a need for a </a:t>
            </a:r>
            <a:r>
              <a:rPr b="1" lang="en-GB" sz="2000">
                <a:solidFill>
                  <a:srgbClr val="000000"/>
                </a:solidFill>
                <a:highlight>
                  <a:srgbClr val="00FFFF"/>
                </a:highlight>
              </a:rPr>
              <a:t>simple and accessible web-based word scramble game</a:t>
            </a:r>
            <a:r>
              <a:rPr lang="en-GB" sz="2000">
                <a:solidFill>
                  <a:srgbClr val="000000"/>
                </a:solidFill>
              </a:rPr>
              <a:t> that challenges users to rearrange scrambled words, improve vocabulary, and track their performance in an engaging way.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39" name="Google Shape;139;p26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0" y="0"/>
            <a:ext cx="3300900" cy="4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81B50"/>
                </a:solidFill>
              </a:rPr>
              <a:t>My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145" name="Google Shape;145;p27"/>
          <p:cNvSpPr txBox="1"/>
          <p:nvPr>
            <p:ph idx="2" type="body"/>
          </p:nvPr>
        </p:nvSpPr>
        <p:spPr>
          <a:xfrm>
            <a:off x="5174225" y="1059000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Develop </a:t>
            </a:r>
            <a:r>
              <a:rPr b="1" lang="en-GB" sz="2000">
                <a:solidFill>
                  <a:srgbClr val="000000"/>
                </a:solidFill>
                <a:highlight>
                  <a:srgbClr val="00FFFF"/>
                </a:highlight>
              </a:rPr>
              <a:t>Scramblox</a:t>
            </a:r>
            <a:r>
              <a:rPr lang="en-GB" sz="2000">
                <a:solidFill>
                  <a:srgbClr val="000000"/>
                </a:solidFill>
              </a:rPr>
              <a:t>, an interactive web-based word scramble game that helps users improve their vocabulary skills.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The game presents </a:t>
            </a:r>
            <a:r>
              <a:rPr b="1" lang="en-GB" sz="2000">
                <a:solidFill>
                  <a:srgbClr val="000000"/>
                </a:solidFill>
              </a:rPr>
              <a:t>scrambled words</a:t>
            </a:r>
            <a:r>
              <a:rPr lang="en-GB" sz="2000">
                <a:solidFill>
                  <a:srgbClr val="000000"/>
                </a:solidFill>
              </a:rPr>
              <a:t> that players must rearrange correctly within a </a:t>
            </a:r>
            <a:r>
              <a:rPr b="1" lang="en-GB" sz="2000">
                <a:solidFill>
                  <a:srgbClr val="000000"/>
                </a:solidFill>
              </a:rPr>
              <a:t>time limit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It includes </a:t>
            </a:r>
            <a:r>
              <a:rPr b="1" lang="en-GB" sz="2000">
                <a:solidFill>
                  <a:srgbClr val="000000"/>
                </a:solidFill>
                <a:highlight>
                  <a:srgbClr val="00FFFF"/>
                </a:highlight>
              </a:rPr>
              <a:t>easy, medium and hard difficulty levels</a:t>
            </a:r>
            <a:r>
              <a:rPr lang="en-GB" sz="2000">
                <a:solidFill>
                  <a:srgbClr val="000000"/>
                </a:solidFill>
              </a:rPr>
              <a:t>, scoring, and an engaging user interface.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  <a:highlight>
                  <a:schemeClr val="lt1"/>
                </a:highlight>
              </a:rPr>
              <a:t>The game is built using </a:t>
            </a:r>
            <a:r>
              <a:rPr b="1" lang="en-GB" sz="2000">
                <a:solidFill>
                  <a:srgbClr val="000000"/>
                </a:solidFill>
                <a:highlight>
                  <a:schemeClr val="lt1"/>
                </a:highlight>
              </a:rPr>
              <a:t>HTML, CSS, and JavaScript</a:t>
            </a:r>
            <a:r>
              <a:rPr lang="en-GB" sz="2000">
                <a:solidFill>
                  <a:srgbClr val="000000"/>
                </a:solidFill>
                <a:highlight>
                  <a:schemeClr val="lt1"/>
                </a:highlight>
              </a:rPr>
              <a:t>,</a:t>
            </a:r>
            <a:r>
              <a:rPr lang="en-GB" sz="2000">
                <a:solidFill>
                  <a:srgbClr val="000000"/>
                </a:solidFill>
              </a:rPr>
              <a:t> making it lightweight and easily accessible through a web browser.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46" name="Google Shape;146;p27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7" title="Screenshot 2026-03-09 at 1.44.18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794500"/>
            <a:ext cx="4572001" cy="326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0" y="0"/>
            <a:ext cx="33009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81B50"/>
                </a:solidFill>
              </a:rPr>
              <a:t>Working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153" name="Google Shape;153;p28"/>
          <p:cNvSpPr txBox="1"/>
          <p:nvPr>
            <p:ph idx="2" type="body"/>
          </p:nvPr>
        </p:nvSpPr>
        <p:spPr>
          <a:xfrm>
            <a:off x="4934200" y="1059000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The game displays a </a:t>
            </a:r>
            <a:r>
              <a:rPr b="1" lang="en-GB" sz="2000">
                <a:solidFill>
                  <a:srgbClr val="000000"/>
                </a:solidFill>
              </a:rPr>
              <a:t>scrambled word</a:t>
            </a:r>
            <a:r>
              <a:rPr lang="en-GB" sz="2000">
                <a:solidFill>
                  <a:srgbClr val="000000"/>
                </a:solidFill>
              </a:rPr>
              <a:t> to the player.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The player must </a:t>
            </a:r>
            <a:r>
              <a:rPr b="1" lang="en-GB" sz="2000">
                <a:solidFill>
                  <a:srgbClr val="000000"/>
                </a:solidFill>
                <a:highlight>
                  <a:srgbClr val="00FFFF"/>
                </a:highlight>
              </a:rPr>
              <a:t>rearrange the letters and enter the correct word</a:t>
            </a:r>
            <a:r>
              <a:rPr lang="en-GB" sz="2000">
                <a:solidFill>
                  <a:srgbClr val="000000"/>
                </a:solidFill>
              </a:rPr>
              <a:t> within the given time.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The system checks the answer and </a:t>
            </a:r>
            <a:r>
              <a:rPr b="1" lang="en-GB" sz="2000">
                <a:solidFill>
                  <a:srgbClr val="000000"/>
                </a:solidFill>
              </a:rPr>
              <a:t>updates the score accordingly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After each correct answer, a </a:t>
            </a:r>
            <a:r>
              <a:rPr b="1" lang="en-GB" sz="2000">
                <a:solidFill>
                  <a:srgbClr val="000000"/>
                </a:solidFill>
              </a:rPr>
              <a:t>new scrambled word is generated</a:t>
            </a:r>
            <a:r>
              <a:rPr lang="en-GB" sz="2000">
                <a:solidFill>
                  <a:srgbClr val="000000"/>
                </a:solidFill>
              </a:rPr>
              <a:t> based on the selected difficulty level.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The game continues until the </a:t>
            </a:r>
            <a:r>
              <a:rPr b="1" lang="en-GB" sz="2000">
                <a:solidFill>
                  <a:srgbClr val="000000"/>
                </a:solidFill>
                <a:highlight>
                  <a:srgbClr val="00FFFF"/>
                </a:highlight>
              </a:rPr>
              <a:t>timer ends</a:t>
            </a:r>
            <a:r>
              <a:rPr lang="en-GB" sz="2000">
                <a:solidFill>
                  <a:srgbClr val="000000"/>
                </a:solidFill>
              </a:rPr>
              <a:t>, and the final score is displayed.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54" name="Google Shape;154;p28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ate a clean infographic illustrating the working process of a web-based word scramble game called &quot;Scramblox&quot;.&#10;&#10;Style:&#10;Modern flat infographic design, clean layout, soft pastel colors (pink, purple, light violet), minimal and professional look suitable for a presentation slide.&#10;&#10;Layout:&#10;Horizontal step-by-step flow with icons connected by arrows.&#10;&#10;Steps to show:&#10;&#10;1. Start Game&#10;Icon: Play button&#10;Description: User starts the Scramblox game.&#10;&#10;2. Scrambled Word Appears&#10;Icon: mixed alphabet letters&#10;Description: The system displays a randomly scrambled word.&#10;&#10;3. Player Guess&#10;Icon: keyboard or typing icon&#10;Description: The player rearranges letters and enters the correct word.&#10;&#10;4. Answer Validation&#10;Icon: checkmark and cross icons&#10;Description: The system checks whether the answer is correct.&#10;&#10;5. Score Update&#10;Icon: scoreboard or trophy&#10;Description: Score increases for correct answers.&#10;&#10;6. Next Word&#10;Icon: refresh arrows&#10;Description: A new scrambled word is generated.&#10;&#10;Design Requirements:&#10;- Minimal icons&#10;- Soft shadows&#10;- Rounded shapes&#10;- Clean typography&#10;- White or light background&#10;- Balanced spacing for PPT slide" id="155" name="Google Shape;15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05950"/>
            <a:ext cx="4572000" cy="33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0" y="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161" name="Google Shape;161;p29"/>
          <p:cNvSpPr txBox="1"/>
          <p:nvPr>
            <p:ph idx="2" type="body"/>
          </p:nvPr>
        </p:nvSpPr>
        <p:spPr>
          <a:xfrm>
            <a:off x="4831325" y="849900"/>
            <a:ext cx="3374400" cy="34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2000">
                <a:solidFill>
                  <a:srgbClr val="000000"/>
                </a:solidFill>
              </a:rPr>
              <a:t>Scramblox</a:t>
            </a:r>
            <a:r>
              <a:rPr lang="en-GB" sz="2000">
                <a:solidFill>
                  <a:srgbClr val="000000"/>
                </a:solidFill>
              </a:rPr>
              <a:t> is an interactive word scramble game designed to improve vocabulary and thinking skills.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The game makes </a:t>
            </a:r>
            <a:r>
              <a:rPr lang="en-GB" sz="2000">
                <a:solidFill>
                  <a:srgbClr val="000000"/>
                </a:solidFill>
                <a:highlight>
                  <a:srgbClr val="00FFFF"/>
                </a:highlight>
              </a:rPr>
              <a:t>learning fun through </a:t>
            </a:r>
            <a:r>
              <a:rPr b="1" lang="en-GB" sz="2000">
                <a:solidFill>
                  <a:srgbClr val="000000"/>
                </a:solidFill>
                <a:highlight>
                  <a:srgbClr val="00FFFF"/>
                </a:highlight>
              </a:rPr>
              <a:t>scrambled words, time-based challenges, and scoring</a:t>
            </a:r>
            <a:r>
              <a:rPr lang="en-GB" sz="2000">
                <a:solidFill>
                  <a:srgbClr val="000000"/>
                </a:solidFill>
                <a:highlight>
                  <a:srgbClr val="00FFFF"/>
                </a:highlight>
              </a:rPr>
              <a:t>.</a:t>
            </a:r>
            <a:endParaRPr sz="2000">
              <a:solidFill>
                <a:srgbClr val="000000"/>
              </a:solidFill>
              <a:highlight>
                <a:srgbClr val="00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Built using </a:t>
            </a:r>
            <a:r>
              <a:rPr b="1" lang="en-GB" sz="2000">
                <a:solidFill>
                  <a:srgbClr val="000000"/>
                </a:solidFill>
                <a:highlight>
                  <a:srgbClr val="00FFFF"/>
                </a:highlight>
              </a:rPr>
              <a:t>HTML, CSS, and JavaScript</a:t>
            </a:r>
            <a:r>
              <a:rPr lang="en-GB" sz="2000">
                <a:solidFill>
                  <a:srgbClr val="000000"/>
                </a:solidFill>
              </a:rPr>
              <a:t>, it is lightweight and easily accessible through a web browser.</a:t>
            </a:r>
            <a:endParaRPr sz="2000">
              <a:solidFill>
                <a:srgbClr val="000000"/>
              </a:solidFill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</a:rPr>
              <a:t>The project demonstrates how simple web technologies can create an </a:t>
            </a:r>
            <a:r>
              <a:rPr b="1" lang="en-GB" sz="2000">
                <a:solidFill>
                  <a:srgbClr val="000000"/>
                </a:solidFill>
              </a:rPr>
              <a:t>engaging and educational gaming experience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9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ate a modern infographic for the conclusion slide of a presentation about a web-based word scramble game called &quot;Scramblox&quot;.&#10;&#10;Style:&#10;Minimal, clean infographic design with soft pastel colors such as pink, purple, and light violet. Use a modern presentation style with simple icons, rounded shapes, and smooth gradients.&#10;&#10;Layout:&#10;Centered infographic with 4 key points arranged in a circular or grid layout.&#10;&#10;Sections to show:&#10;&#10;1. Interactive Learning&#10;Icon: brain or lightbulb&#10;Text: The game improves vocabulary and thinking skills through engaging gameplay.&#10;&#10;2. Fun &amp; Gamified Experience&#10;Icon: game controller or puzzle pieces&#10;Text: Scrambled word challenges make learning enjoyable.&#10;&#10;3. Simple Web Technology&#10;Icon: laptop or code symbol&#10;Text: Built using HTML, CSS, and JavaScript for easy accessibility.&#10;&#10;4. Accessible Anywhere&#10;Icon: globe or browser window&#10;Text: Runs directly in a web browser without installation.&#10;&#10;Design Requirements:&#10;- Clean white or light background&#10;- Simple modern icons&#10;- Soft shadows&#10;- Balanced spacing for PowerPoint slide&#10;- Professional and presentation-friendly style"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05950"/>
            <a:ext cx="4572000" cy="33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69" name="Google Shape;169;p3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